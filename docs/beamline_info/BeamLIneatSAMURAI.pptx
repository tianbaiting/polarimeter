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>
        <p:scale>
          <a:sx n="106" d="100"/>
          <a:sy n="106" d="100"/>
        </p:scale>
        <p:origin x="14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FABD1-8988-2337-1D9A-C3BF57676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646BC2-2E9A-D6AB-8FE8-D86AEFECA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8B7B81-1881-6D88-CB33-981F4692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96FF12-06D8-C141-897D-AA5A1098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5BA152-3407-1D75-39A1-1993712C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90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ED9599-85FD-097E-56A3-CE0C1052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7F664A-5A4B-2FD8-D594-B6DBD1231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A6B202-FBF6-A7EF-A1AF-01C164D6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08D8BE-2A58-FD9D-A623-CDD9BBDF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D6EDE1-BB38-4554-6A4F-E7762BB7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25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0C3F3-50BF-DB52-46CD-8DA9D008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9206EE-2599-E367-F4C3-69487FD69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69BF0-E28B-9D63-3248-5FA94547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B995DE-2EA7-7489-1819-A543B30E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51A238-0C41-F70C-CB3D-4AD5A24E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8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E2FC1B-93C2-BA10-9F5B-B10CF523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10A35-D454-CAE6-BBD8-0ABEFFCF7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E4F38B-ECF2-238D-F699-4F5C2F452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7170AC-ACAD-C51D-C824-C4C48534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90D37-4150-1059-5668-C2F50D55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DFC4BF-F615-FF6F-9A07-3664DCCB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88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F3B379-491F-AB0D-C077-79D1FF41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6B74EF-9C10-30E3-0304-3DCB37E7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321CC1-CE14-CD73-796A-47F960A3E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732609-3D5B-B3C2-A7CC-DEF6FAE56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9A14B05-15E9-C8C5-A17C-14E3B58D1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EDEAF3E-B457-92BB-E62D-6FB4A849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4E0D2C-E91C-D310-B433-C14FE9B6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A2411E-D1C9-6CBF-3705-140B142A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93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1DB086-CD8F-1E28-93FC-189089CC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E74B1B-F882-009A-11FA-16985FFC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06F524-337C-C368-6422-FE9838A9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0370FA-09F1-ADF8-2530-832FA39E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78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7B2D88-9883-E51A-3A1C-86AF17AF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3EFD777-26D6-4826-9BA5-5FFF14B43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CB497E-B162-BD0B-2B0D-50C9A4F6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90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79F3C-C514-DDE0-8F75-7A862D17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DC2BCC-0978-BB97-DBFE-E11BD0818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3ED5F0-1D1F-D05E-D58F-8061369A7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E9747A-7ED0-0CF5-9AF3-6A84CA5C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637777-0E32-590A-3064-D93C2C0F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CE3DD4-0B04-8FC5-243E-A9700DF7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74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8B908E-A424-6F6B-B1A2-F6EF42C4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E3F2B00-C488-77E9-5B07-46856D91D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7892B0-99DE-6AA9-E700-2A1DFC886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203D3-ACA2-9234-7CB2-5D38FCB2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88F000-718E-4B37-4008-3CADD487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8BC219-3AD9-8BD9-ACE4-85FD3240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89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3A999-CF3E-64E4-0CAE-F4E66D33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E4CC65-4974-3CAE-DC88-C42EE54F3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56E68E-2FCD-90C6-A43A-AEF40FB0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829399-40DB-C511-2F65-E1F467CC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B19847-393E-8581-05DE-886C946F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89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11C67F-FA50-1754-2631-78369C494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C1604C-12AC-6322-73A0-7A4B9D8CD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1C7613-3F95-C2E6-85CD-FFD35A79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BC8935-B66D-6990-5426-C3914A67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E28761-1D38-B6B7-5A64-F5712F86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501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18C027-F262-FD97-66D0-9F2D8E34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8070C5-5990-A90B-BA54-256930423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0408FB-C5BF-71C2-BA39-69711C21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8982C-9911-1841-8AE3-9D908ADF6F6E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A2C419-D993-7B20-FD22-C844AF0F9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A8E0C9-C35F-C375-E1C1-E3872B6AD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B9A71-31B2-9645-9D06-471FE0E565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01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9B462AC-66C0-EA72-F403-047C1431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75" b="54259"/>
          <a:stretch/>
        </p:blipFill>
        <p:spPr>
          <a:xfrm>
            <a:off x="2651264" y="1002432"/>
            <a:ext cx="6889471" cy="1070811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E84D0F1E-3244-DB6C-F06D-F6A47723C51E}"/>
              </a:ext>
            </a:extLst>
          </p:cNvPr>
          <p:cNvCxnSpPr>
            <a:cxnSpLocks/>
          </p:cNvCxnSpPr>
          <p:nvPr/>
        </p:nvCxnSpPr>
        <p:spPr>
          <a:xfrm flipV="1">
            <a:off x="1804737" y="1537837"/>
            <a:ext cx="3043989" cy="12775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AC8C18-D2EB-7DA4-EDD2-6B72A4BD2CF7}"/>
              </a:ext>
            </a:extLst>
          </p:cNvPr>
          <p:cNvSpPr txBox="1"/>
          <p:nvPr/>
        </p:nvSpPr>
        <p:spPr>
          <a:xfrm>
            <a:off x="517366" y="2815389"/>
            <a:ext cx="2305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GateValve</a:t>
            </a:r>
            <a:r>
              <a:rPr kumimoji="1" lang="en-US" altLang="ja-JP" dirty="0"/>
              <a:t>:</a:t>
            </a:r>
          </a:p>
          <a:p>
            <a:pPr algn="ctr"/>
            <a:r>
              <a:rPr kumimoji="1" lang="en-US" altLang="ja-JP" dirty="0"/>
              <a:t>downstream: VF100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9DD8C3-6D3E-8F75-BDB7-5B4B0DA238B1}"/>
              </a:ext>
            </a:extLst>
          </p:cNvPr>
          <p:cNvSpPr txBox="1"/>
          <p:nvPr/>
        </p:nvSpPr>
        <p:spPr>
          <a:xfrm>
            <a:off x="2750722" y="2815389"/>
            <a:ext cx="1970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r>
              <a:rPr kumimoji="1" lang="en-US" altLang="ja-JP" dirty="0"/>
              <a:t>VG100-VF150</a:t>
            </a:r>
          </a:p>
          <a:p>
            <a:pPr algn="ctr"/>
            <a:r>
              <a:rPr kumimoji="1" lang="en-US" altLang="ja-JP" dirty="0"/>
              <a:t>converter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A95DFBB-A815-2D31-A252-BDCE4EE9B9BD}"/>
              </a:ext>
            </a:extLst>
          </p:cNvPr>
          <p:cNvSpPr txBox="1"/>
          <p:nvPr/>
        </p:nvSpPr>
        <p:spPr>
          <a:xfrm>
            <a:off x="4848726" y="2815389"/>
            <a:ext cx="2036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 </a:t>
            </a:r>
            <a:r>
              <a:rPr kumimoji="1" lang="en-US" altLang="ja-JP" dirty="0"/>
              <a:t>VG150-VF150</a:t>
            </a:r>
          </a:p>
          <a:p>
            <a:pPr algn="ctr"/>
            <a:r>
              <a:rPr lang="en-US" altLang="ja-JP" dirty="0"/>
              <a:t>flexible pipe</a:t>
            </a:r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481CC03-4E43-9007-8C9E-EA733EAA3D57}"/>
              </a:ext>
            </a:extLst>
          </p:cNvPr>
          <p:cNvCxnSpPr>
            <a:cxnSpLocks/>
          </p:cNvCxnSpPr>
          <p:nvPr/>
        </p:nvCxnSpPr>
        <p:spPr>
          <a:xfrm flipV="1">
            <a:off x="3994484" y="1648326"/>
            <a:ext cx="854242" cy="11670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1D819AC-093D-FC7B-A5E1-BC1B9A7AC894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976319" y="1648326"/>
            <a:ext cx="890475" cy="11670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FAA5A89-DC30-FAB7-AB21-8B0442B657EF}"/>
              </a:ext>
            </a:extLst>
          </p:cNvPr>
          <p:cNvSpPr txBox="1"/>
          <p:nvPr/>
        </p:nvSpPr>
        <p:spPr>
          <a:xfrm>
            <a:off x="6910880" y="2815389"/>
            <a:ext cx="2036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 </a:t>
            </a:r>
            <a:r>
              <a:rPr kumimoji="1" lang="en-US" altLang="ja-JP" dirty="0"/>
              <a:t>VG150-VF150</a:t>
            </a:r>
          </a:p>
          <a:p>
            <a:pPr algn="ctr"/>
            <a:r>
              <a:rPr lang="en-US" altLang="ja-JP" dirty="0"/>
              <a:t>duct</a:t>
            </a:r>
            <a:endParaRPr kumimoji="1" lang="ja-JP" altLang="en-US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0D8658C-01C4-9F68-2335-E2C2622607B5}"/>
              </a:ext>
            </a:extLst>
          </p:cNvPr>
          <p:cNvCxnSpPr>
            <a:cxnSpLocks/>
          </p:cNvCxnSpPr>
          <p:nvPr/>
        </p:nvCxnSpPr>
        <p:spPr>
          <a:xfrm flipH="1" flipV="1">
            <a:off x="7038473" y="1597995"/>
            <a:ext cx="890475" cy="11670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30A8F84-416B-D60B-165A-484233C77C48}"/>
              </a:ext>
            </a:extLst>
          </p:cNvPr>
          <p:cNvSpPr txBox="1"/>
          <p:nvPr/>
        </p:nvSpPr>
        <p:spPr>
          <a:xfrm>
            <a:off x="1371600" y="4283242"/>
            <a:ext cx="9552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You should connect pipes to the gate value, which is the standard.</a:t>
            </a:r>
          </a:p>
          <a:p>
            <a:r>
              <a:rPr lang="en-US" altLang="ja-JP" dirty="0"/>
              <a:t>After that, you can arrange it as you want. I recommend you use the JIS standard flange.</a:t>
            </a:r>
          </a:p>
          <a:p>
            <a:r>
              <a:rPr lang="en-US" altLang="ja-JP" dirty="0"/>
              <a:t>Please refer to the next page.</a:t>
            </a:r>
          </a:p>
        </p:txBody>
      </p:sp>
    </p:spTree>
    <p:extLst>
      <p:ext uri="{BB962C8B-B14F-4D97-AF65-F5344CB8AC3E}">
        <p14:creationId xmlns:p14="http://schemas.microsoft.com/office/powerpoint/2010/main" val="63853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60890A0-3FDD-5EB6-1A3B-F96DBCB10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9" y="190142"/>
            <a:ext cx="5282983" cy="647535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25D4767-8906-1B04-6F1B-ADCE640F5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142"/>
            <a:ext cx="5282983" cy="6475353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FFD718-8D9E-CDD9-83BF-A6C5D5C031EA}"/>
              </a:ext>
            </a:extLst>
          </p:cNvPr>
          <p:cNvSpPr/>
          <p:nvPr/>
        </p:nvSpPr>
        <p:spPr>
          <a:xfrm>
            <a:off x="324853" y="4752474"/>
            <a:ext cx="11225463" cy="6015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45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</Words>
  <Application>Microsoft Macintosh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Mizuki Nishimura</dc:creator>
  <cp:lastModifiedBy>Mizuki Nishimura</cp:lastModifiedBy>
  <cp:revision>2</cp:revision>
  <dcterms:created xsi:type="dcterms:W3CDTF">2024-11-27T05:50:43Z</dcterms:created>
  <dcterms:modified xsi:type="dcterms:W3CDTF">2024-11-27T06:08:02Z</dcterms:modified>
</cp:coreProperties>
</file>